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man, Hamidur" userId="f7cf9ccf-97fe-4693-88ae-c14faaec6978" providerId="ADAL" clId="{E82FB462-7B77-46C2-99FB-E35391D049D0}"/>
    <pc:docChg chg="modSld">
      <pc:chgData name="Rahman, Hamidur" userId="f7cf9ccf-97fe-4693-88ae-c14faaec6978" providerId="ADAL" clId="{E82FB462-7B77-46C2-99FB-E35391D049D0}" dt="2026-02-18T16:18:59.102" v="59" actId="404"/>
      <pc:docMkLst>
        <pc:docMk/>
      </pc:docMkLst>
      <pc:sldChg chg="modSp mod">
        <pc:chgData name="Rahman, Hamidur" userId="f7cf9ccf-97fe-4693-88ae-c14faaec6978" providerId="ADAL" clId="{E82FB462-7B77-46C2-99FB-E35391D049D0}" dt="2026-02-18T16:18:59.102" v="59" actId="404"/>
        <pc:sldMkLst>
          <pc:docMk/>
          <pc:sldMk cId="187126766" sldId="256"/>
        </pc:sldMkLst>
        <pc:spChg chg="mod">
          <ac:chgData name="Rahman, Hamidur" userId="f7cf9ccf-97fe-4693-88ae-c14faaec6978" providerId="ADAL" clId="{E82FB462-7B77-46C2-99FB-E35391D049D0}" dt="2026-02-18T16:18:59.102" v="59" actId="404"/>
          <ac:spMkLst>
            <pc:docMk/>
            <pc:sldMk cId="187126766" sldId="256"/>
            <ac:spMk id="6" creationId="{6AE78CD5-7398-7706-ABBB-18D0E151D5E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07676-B48A-AA78-29C2-E81790DF9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4506F1-E470-20B9-E380-779D764913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C7DAA-17C4-C003-BB2A-3BD0BE9A9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F6152-9627-44C8-9749-34D83D47204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74915-121C-583D-4D7F-7F9492265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0D984-0182-D4F6-0584-CFE6A41C9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34B5-AB12-4D95-9085-615A921AB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837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D713A-75BF-F596-A3B5-37F35052C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08BAE-872D-5295-C53D-0AD9D0E54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486FF-80D4-239F-4DF1-BF6713C11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F6152-9627-44C8-9749-34D83D47204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DC7B0-C63C-D96F-DB92-748F2D23E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B9236-17F7-F967-B055-D34D147EF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34B5-AB12-4D95-9085-615A921AB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033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00CFB-3E3F-BD81-5CEA-9F4C425F5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C01EF-B9EC-332B-E48C-A5D93249F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E2C6F-8AD1-73C7-C7C5-8E5C03388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F6152-9627-44C8-9749-34D83D47204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4F7A-1279-A1F8-59E8-02D903D2A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1D40E-17B0-38A4-2B40-30AABE40B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34B5-AB12-4D95-9085-615A921AB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684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98A38-0AEC-AA9A-BDE7-695BB5D5F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58489-95A4-D503-42CF-618EAC345E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D82457-5198-912F-FA05-46CC5602F5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E28146-7AB1-7907-33BE-DE9EBEE1D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F6152-9627-44C8-9749-34D83D47204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D00AB0-6A15-3402-AF82-86269A9B2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39B190-76F0-2776-B248-B4C472B89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34B5-AB12-4D95-9085-615A921AB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03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23317-730F-F063-DBB5-B79BBFA93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49762-3B34-24D3-4336-9C63487E9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E76951-2218-D27F-E347-DB592B9EB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EB1D42-9DA1-3481-1FAE-9E8A6197C7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EA2CD8-DFBB-771A-862A-BA4FE77464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A7D891-A63A-9CD2-6FC6-59369360D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F6152-9627-44C8-9749-34D83D47204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09B347-19BF-6CC0-070B-2426BFFC4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98E71A-E0B7-57E7-8B3C-6ED67E75C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34B5-AB12-4D95-9085-615A921AB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53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B6FC8-0C65-FD1C-71D2-2C13A3EBA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6559C1-BFDF-2A37-1BF6-D87B8A203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F6152-9627-44C8-9749-34D83D47204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0E43B7-363D-7DF4-9560-FCD7C4EA0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6C4D7E-8158-C4C1-41C3-D927769BD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34B5-AB12-4D95-9085-615A921AB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335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B5100B-D4F5-CEC3-28F1-A6FD25592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F6152-9627-44C8-9749-34D83D47204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8B0642-7687-4708-F53D-825AED6B6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37C43-6AA3-88E7-C229-C50FCDE29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34B5-AB12-4D95-9085-615A921AB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307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E3ADD-5D5C-008E-009B-A28F877F5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4B2E5-D9AE-598C-980C-F7EA1DC9D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19E8BB-FBC0-E80D-69C3-F887A6C94F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A4C918-4A28-A70F-2661-F0EC0F083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F6152-9627-44C8-9749-34D83D47204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497CF3-460B-230F-53B9-D4C2015C0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F16243-4717-3EF8-A2D9-30370221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34B5-AB12-4D95-9085-615A921AB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476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130EC-D06B-6163-6835-88D9233D0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BDB5F7-E5E9-0024-BBDA-FF3547F44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E888F9-33E3-A3D3-CF28-46096F7404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164F2C-18F3-8D3A-6416-EAE8692EE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F6152-9627-44C8-9749-34D83D47204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CC063F-5C13-C60D-3B57-2C15EA5FD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F434D5-7868-D1EE-2368-86AA8172B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34B5-AB12-4D95-9085-615A921AB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529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B4274-7CD6-30D6-6247-12632D3A9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B72A9E-D53B-C6BD-66BC-152425F89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91AA7-6B3E-6BC7-49CC-C42EFA6A2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F6152-9627-44C8-9749-34D83D47204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2CC62-27DA-C6F5-A02B-3E46FF99C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2A4BE-E518-A2B2-70C2-99CE2C8E4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34B5-AB12-4D95-9085-615A921AB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086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3C27B-2FAE-3B9F-DF78-C97B33ADCF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6EFB4E-FA53-85C5-D052-0E3AF5EDF6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C6C6D-0A51-717A-03EC-76FA0355C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F6152-9627-44C8-9749-34D83D47204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89098-0683-3D9D-2165-370144006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BEE14-1780-7E80-62C9-F385690A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34B5-AB12-4D95-9085-615A921AB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688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D76870-9A78-D3EC-7894-50260C48D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39B7B6-1E3B-AACC-CF59-C5D1E3AEA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6E64C-BFAF-173D-307A-A8CB46CAC6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DF6152-9627-44C8-9749-34D83D47204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47297-FD9E-D93E-E9EC-6EAF348D97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19FA6-1CAD-71A7-AC7D-B5D2C6E487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A234B5-AB12-4D95-9085-615A921AB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04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AE78CD5-7398-7706-ABBB-18D0E151D5E3}"/>
              </a:ext>
            </a:extLst>
          </p:cNvPr>
          <p:cNvSpPr txBox="1"/>
          <p:nvPr/>
        </p:nvSpPr>
        <p:spPr>
          <a:xfrm>
            <a:off x="4324350" y="2875914"/>
            <a:ext cx="6540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Bauhaus 93" panose="04030905020B02020C02" pitchFamily="82" charset="0"/>
                <a:cs typeface="Arial" panose="020B0604020202020204" pitchFamily="34" charset="0"/>
              </a:rPr>
              <a:t>S</a:t>
            </a:r>
            <a:r>
              <a:rPr lang="en-US" sz="2800" b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Peak</a:t>
            </a:r>
            <a:r>
              <a:rPr lang="en-US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Fit </a:t>
            </a:r>
            <a:r>
              <a:rPr lang="en-US" sz="28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Raman Processing Module</a:t>
            </a:r>
          </a:p>
          <a:p>
            <a:pPr>
              <a:spcBef>
                <a:spcPts val="1200"/>
              </a:spcBef>
            </a:pPr>
            <a:r>
              <a:rPr lang="en-US" sz="16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the Bol Group at the University of Michigan – Ann Arbor</a:t>
            </a:r>
          </a:p>
        </p:txBody>
      </p:sp>
      <p:pic>
        <p:nvPicPr>
          <p:cNvPr id="8" name="Picture 7" descr="A yellow line drawing of a curve&#10;&#10;AI-generated content may be incorrect.">
            <a:extLst>
              <a:ext uri="{FF2B5EF4-FFF2-40B4-BE49-F238E27FC236}">
                <a16:creationId xmlns:a16="http://schemas.microsoft.com/office/drawing/2014/main" id="{24EFC8E1-838B-F470-FB4A-DA23872FE9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67" t="18981" r="23333" b="39815"/>
          <a:stretch>
            <a:fillRect/>
          </a:stretch>
        </p:blipFill>
        <p:spPr>
          <a:xfrm>
            <a:off x="2146300" y="2329091"/>
            <a:ext cx="1930400" cy="1515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26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18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Bauhaus 93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Rahman, Hamidur</dc:creator>
  <cp:lastModifiedBy>Rahman, Hamidur</cp:lastModifiedBy>
  <cp:revision>1</cp:revision>
  <dcterms:created xsi:type="dcterms:W3CDTF">2025-11-11T03:30:14Z</dcterms:created>
  <dcterms:modified xsi:type="dcterms:W3CDTF">2026-02-18T16:19:08Z</dcterms:modified>
</cp:coreProperties>
</file>